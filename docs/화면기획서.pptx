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10287000" cx="18288000"/>
  <p:notesSz cx="10287000" cy="18288000"/>
  <p:embeddedFontLst>
    <p:embeddedFont>
      <p:font typeface="Noto Sans KR"/>
      <p:regular r:id="rId18"/>
      <p:bold r:id="rId19"/>
    </p:embeddedFont>
    <p:embeddedFont>
      <p:font typeface="Roboto Medium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jSZRCBsR0reynsUQ2gYF1CVzJ0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edium-regular.fntdata"/><Relationship Id="rId11" Type="http://schemas.openxmlformats.org/officeDocument/2006/relationships/slide" Target="slides/slide7.xml"/><Relationship Id="rId22" Type="http://schemas.openxmlformats.org/officeDocument/2006/relationships/font" Target="fonts/RobotoMedium-italic.fntdata"/><Relationship Id="rId10" Type="http://schemas.openxmlformats.org/officeDocument/2006/relationships/slide" Target="slides/slide6.xml"/><Relationship Id="rId21" Type="http://schemas.openxmlformats.org/officeDocument/2006/relationships/font" Target="fonts/RobotoMedium-bold.fntdata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font" Target="fonts/RobotoMedium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NotoSansKR-bold.fntdata"/><Relationship Id="rId6" Type="http://schemas.openxmlformats.org/officeDocument/2006/relationships/slide" Target="slides/slide2.xml"/><Relationship Id="rId18" Type="http://schemas.openxmlformats.org/officeDocument/2006/relationships/font" Target="fonts/NotoSansKR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a7a8299f4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g3a7a8299f4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g3a7a8299f42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32.png"/><Relationship Id="rId5" Type="http://schemas.openxmlformats.org/officeDocument/2006/relationships/image" Target="../media/image12.png"/><Relationship Id="rId6" Type="http://schemas.openxmlformats.org/officeDocument/2006/relationships/image" Target="../media/image1.png"/><Relationship Id="rId7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38.png"/><Relationship Id="rId5" Type="http://schemas.openxmlformats.org/officeDocument/2006/relationships/image" Target="../media/image89.png"/><Relationship Id="rId6" Type="http://schemas.openxmlformats.org/officeDocument/2006/relationships/image" Target="../media/image11.png"/><Relationship Id="rId7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38.png"/><Relationship Id="rId5" Type="http://schemas.openxmlformats.org/officeDocument/2006/relationships/image" Target="../media/image18.png"/><Relationship Id="rId6" Type="http://schemas.openxmlformats.org/officeDocument/2006/relationships/image" Target="../media/image16.png"/><Relationship Id="rId7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8.png"/><Relationship Id="rId5" Type="http://schemas.openxmlformats.org/officeDocument/2006/relationships/image" Target="../media/image87.png"/><Relationship Id="rId6" Type="http://schemas.openxmlformats.org/officeDocument/2006/relationships/image" Target="../media/image6.png"/><Relationship Id="rId7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38.png"/><Relationship Id="rId5" Type="http://schemas.openxmlformats.org/officeDocument/2006/relationships/image" Target="../media/image88.png"/><Relationship Id="rId6" Type="http://schemas.openxmlformats.org/officeDocument/2006/relationships/image" Target="../media/image27.png"/><Relationship Id="rId7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38.png"/><Relationship Id="rId5" Type="http://schemas.openxmlformats.org/officeDocument/2006/relationships/image" Target="../media/image92.png"/><Relationship Id="rId6" Type="http://schemas.openxmlformats.org/officeDocument/2006/relationships/image" Target="../media/image37.png"/><Relationship Id="rId7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38.png"/><Relationship Id="rId5" Type="http://schemas.openxmlformats.org/officeDocument/2006/relationships/image" Target="../media/image91.png"/><Relationship Id="rId6" Type="http://schemas.openxmlformats.org/officeDocument/2006/relationships/image" Target="../media/image36.png"/><Relationship Id="rId7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38.png"/><Relationship Id="rId5" Type="http://schemas.openxmlformats.org/officeDocument/2006/relationships/image" Target="../media/image59.png"/><Relationship Id="rId6" Type="http://schemas.openxmlformats.org/officeDocument/2006/relationships/image" Target="../media/image49.png"/><Relationship Id="rId7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38.png"/><Relationship Id="rId5" Type="http://schemas.openxmlformats.org/officeDocument/2006/relationships/image" Target="../media/image86.png"/><Relationship Id="rId6" Type="http://schemas.openxmlformats.org/officeDocument/2006/relationships/image" Target="../media/image56.png"/><Relationship Id="rId7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32.png"/><Relationship Id="rId5" Type="http://schemas.openxmlformats.org/officeDocument/2006/relationships/image" Target="../media/image90.png"/><Relationship Id="rId6" Type="http://schemas.openxmlformats.org/officeDocument/2006/relationships/image" Target="../media/image6.png"/><Relationship Id="rId7" Type="http://schemas.openxmlformats.org/officeDocument/2006/relationships/image" Target="../media/image8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32.png"/><Relationship Id="rId5" Type="http://schemas.openxmlformats.org/officeDocument/2006/relationships/image" Target="../media/image66.png"/><Relationship Id="rId6" Type="http://schemas.openxmlformats.org/officeDocument/2006/relationships/image" Target="../media/image68.png"/><Relationship Id="rId7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38.png"/><Relationship Id="rId5" Type="http://schemas.openxmlformats.org/officeDocument/2006/relationships/image" Target="../media/image81.png"/><Relationship Id="rId6" Type="http://schemas.openxmlformats.org/officeDocument/2006/relationships/image" Target="../media/image56.png"/><Relationship Id="rId7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975" y="200025"/>
            <a:ext cx="17897475" cy="9877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" name="Google Shape;1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594" y="200025"/>
            <a:ext cx="178974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" name="Google Shape;1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05150" y="847725"/>
            <a:ext cx="4543425" cy="8972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" name="Google Shape;19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268450" y="619125"/>
            <a:ext cx="38100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" name="Google Shape;20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095750" y="4800600"/>
            <a:ext cx="3238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" name="Google Shape;21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19625" y="8610600"/>
            <a:ext cx="32385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"/>
          <p:cNvSpPr/>
          <p:nvPr/>
        </p:nvSpPr>
        <p:spPr>
          <a:xfrm>
            <a:off x="428625" y="295275"/>
            <a:ext cx="7429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화면 이름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2569369" y="314325"/>
            <a:ext cx="904875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랜딩 페이지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4800600" y="295275"/>
            <a:ext cx="7429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화면 위치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11382375" y="295275"/>
            <a:ext cx="5905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화면 ID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15287625" y="295275"/>
            <a:ext cx="5429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작성일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15668625" y="714375"/>
            <a:ext cx="10096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Description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14287500" y="1133475"/>
            <a:ext cx="3905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1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14697075" y="1171575"/>
            <a:ext cx="838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시작하기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15630525" y="1171575"/>
            <a:ext cx="2400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42875" lvl="0" marL="142875" marR="0" rtl="0" algn="l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Char char="•"/>
            </a:pPr>
            <a:r>
              <a:rPr b="0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메인페이지로 전환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14287500" y="1562100"/>
            <a:ext cx="3905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2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14697075" y="1600200"/>
            <a:ext cx="838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사용설명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15630525" y="1600200"/>
            <a:ext cx="2400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42875" lvl="0" marL="142875" marR="0" rtl="0" algn="l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Char char="•"/>
            </a:pPr>
            <a:r>
              <a:rPr b="0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사용방법 안내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14287500" y="1990725"/>
            <a:ext cx="3905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3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14697075" y="2028825"/>
            <a:ext cx="838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시작하기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15630525" y="2028825"/>
            <a:ext cx="2400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42875" lvl="0" marL="142875" marR="0" rtl="0" algn="l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Char char="•"/>
            </a:pPr>
            <a:r>
              <a:rPr b="0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계획창으로 전환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4114800" y="4895850"/>
            <a:ext cx="2952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63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Roboto Medium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2 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4638675" y="8705850"/>
            <a:ext cx="2952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63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Roboto Medium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3 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4" name="Google Shape;4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975" y="200025"/>
            <a:ext cx="17897475" cy="9877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5" name="Google Shape;4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594" y="200025"/>
            <a:ext cx="178974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6" name="Google Shape;4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5350" y="1371600"/>
            <a:ext cx="12725400" cy="795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7" name="Google Shape;47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268450" y="619125"/>
            <a:ext cx="3810000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8" name="Google Shape;48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05450" y="3781425"/>
            <a:ext cx="3238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9" name="Google Shape;49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86650" y="3781425"/>
            <a:ext cx="3238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0" name="Google Shape;50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96125" y="8210550"/>
            <a:ext cx="32385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2"/>
          <p:cNvSpPr/>
          <p:nvPr/>
        </p:nvSpPr>
        <p:spPr>
          <a:xfrm>
            <a:off x="476250" y="295275"/>
            <a:ext cx="13049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SCREEN NAME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2264569" y="314325"/>
            <a:ext cx="21526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로그인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686300" y="295275"/>
            <a:ext cx="1638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SCREEN LOACTION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11182350" y="295275"/>
            <a:ext cx="9810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SCREEN ID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15306675" y="295275"/>
            <a:ext cx="504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DATE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15668625" y="714375"/>
            <a:ext cx="10096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Description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14287500" y="1133475"/>
            <a:ext cx="3905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1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14697075" y="1171575"/>
            <a:ext cx="838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로그인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15630525" y="1171575"/>
            <a:ext cx="2400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42875" lvl="0" marL="142875" marR="0" rtl="0" algn="l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Char char="•"/>
            </a:pPr>
            <a:r>
              <a:rPr b="0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로그인창 표시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14287500" y="1562100"/>
            <a:ext cx="3905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2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14697075" y="1600200"/>
            <a:ext cx="838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회원가입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15630525" y="1600200"/>
            <a:ext cx="2400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42875" lvl="0" marL="142875" marR="0" rtl="0" algn="l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Char char="•"/>
            </a:pPr>
            <a:r>
              <a:rPr b="0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회원가입창 표시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14287500" y="1990725"/>
            <a:ext cx="3905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3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14649450" y="2009775"/>
            <a:ext cx="9334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OAuth로그인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15630525" y="2009775"/>
            <a:ext cx="2400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42875" lvl="0" marL="142875" marR="0" rtl="0" algn="l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Char char="•"/>
            </a:pPr>
            <a:r>
              <a:rPr b="0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OAuth인증 로그인으로 전환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5524500" y="3876675"/>
            <a:ext cx="2952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63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Roboto Medium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1 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7505700" y="3876675"/>
            <a:ext cx="2952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63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Roboto Medium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2 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7115175" y="8305800"/>
            <a:ext cx="2952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63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Roboto Medium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3 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4" name="Google Shape;7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975" y="200025"/>
            <a:ext cx="17897475" cy="9877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5" name="Google Shape;7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594" y="200025"/>
            <a:ext cx="178974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6" name="Google Shape;7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5350" y="1371600"/>
            <a:ext cx="10172700" cy="792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7" name="Google Shape;77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268450" y="619125"/>
            <a:ext cx="3810000" cy="2914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8" name="Google Shape;78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676525" y="2857500"/>
            <a:ext cx="3238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9" name="Google Shape;79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76650" y="5124450"/>
            <a:ext cx="3238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0" name="Google Shape;80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01100" y="8648700"/>
            <a:ext cx="3238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1" name="Google Shape;81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39200" y="2343150"/>
            <a:ext cx="3238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2" name="Google Shape;82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53450" y="3648075"/>
            <a:ext cx="32385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3"/>
          <p:cNvSpPr/>
          <p:nvPr/>
        </p:nvSpPr>
        <p:spPr>
          <a:xfrm>
            <a:off x="476250" y="295275"/>
            <a:ext cx="13049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SCREEN NAME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2264569" y="314325"/>
            <a:ext cx="21526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사용자 설정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686300" y="295275"/>
            <a:ext cx="1638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SCREEN LOACTION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11182350" y="295275"/>
            <a:ext cx="9810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SCREEN ID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15306675" y="295275"/>
            <a:ext cx="504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DATE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5668625" y="714375"/>
            <a:ext cx="10096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Description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14287500" y="1181100"/>
            <a:ext cx="3905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1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14697075" y="1133475"/>
            <a:ext cx="838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계정 정보 </a:t>
            </a:r>
            <a:b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확인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15630525" y="1219200"/>
            <a:ext cx="2400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42875" lvl="0" marL="142875" marR="0" rtl="0" algn="l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Char char="•"/>
            </a:pPr>
            <a:r>
              <a:rPr b="0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계정정보 확인 창으로 전환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14287500" y="1704975"/>
            <a:ext cx="3905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2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14697075" y="1657350"/>
            <a:ext cx="838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개인 정보 </a:t>
            </a:r>
            <a:b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변경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15630525" y="1743075"/>
            <a:ext cx="2400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42875" lvl="0" marL="142875" marR="0" rtl="0" algn="l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Char char="•"/>
            </a:pPr>
            <a:r>
              <a:rPr b="0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개인정보 변경 가능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14287500" y="2247900"/>
            <a:ext cx="3905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3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14697075" y="2266950"/>
            <a:ext cx="838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사진 변경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15630525" y="2181225"/>
            <a:ext cx="2400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42875" lvl="0" marL="142875" marR="0" rtl="0" algn="l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Char char="•"/>
            </a:pPr>
            <a:r>
              <a:rPr b="0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프로필 사진 변경 가능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875" lvl="0" marL="142875" marR="0" rtl="0" algn="l">
              <a:lnSpc>
                <a:spcPct val="102044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Char char="•"/>
            </a:pPr>
            <a:r>
              <a:rPr b="0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변경이 바로 확인 가능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14287500" y="2771775"/>
            <a:ext cx="3905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4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14697075" y="2705100"/>
            <a:ext cx="838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변경내용 </a:t>
            </a:r>
            <a:b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저장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15630525" y="2790825"/>
            <a:ext cx="2400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42875" lvl="0" marL="142875" marR="0" rtl="0" algn="l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Char char="•"/>
            </a:pPr>
            <a:r>
              <a:rPr b="0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변경 내용 업데이트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14287500" y="3228975"/>
            <a:ext cx="3905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5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14697075" y="3248025"/>
            <a:ext cx="838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계정 삭제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15630525" y="3248025"/>
            <a:ext cx="2400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42875" lvl="0" marL="142875" marR="0" rtl="0" algn="l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Char char="•"/>
            </a:pPr>
            <a:r>
              <a:rPr b="0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계정 삭제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2695575" y="2952750"/>
            <a:ext cx="2952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63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Roboto Medium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1 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3695700" y="5219700"/>
            <a:ext cx="2952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63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Roboto Medium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2 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8820150" y="8743950"/>
            <a:ext cx="2952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63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Roboto Medium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5 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8858250" y="2438400"/>
            <a:ext cx="2952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63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Roboto Medium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4 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8572500" y="3743325"/>
            <a:ext cx="2952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63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Roboto Medium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3 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4" name="Google Shape;11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975" y="200025"/>
            <a:ext cx="17897475" cy="9877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5" name="Google Shape;11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594" y="200025"/>
            <a:ext cx="178974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6" name="Google Shape;11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5350" y="1162050"/>
            <a:ext cx="12725400" cy="809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7" name="Google Shape;11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52575" y="3514725"/>
            <a:ext cx="3238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8" name="Google Shape;118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268450" y="628650"/>
            <a:ext cx="381000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9" name="Google Shape;119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29900" y="2390775"/>
            <a:ext cx="3238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0" name="Google Shape;120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52575" y="3019425"/>
            <a:ext cx="32385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4"/>
          <p:cNvSpPr/>
          <p:nvPr/>
        </p:nvSpPr>
        <p:spPr>
          <a:xfrm>
            <a:off x="476250" y="295275"/>
            <a:ext cx="13049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SCREEN NAME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2264569" y="314325"/>
            <a:ext cx="21526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마이페이지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4686300" y="295275"/>
            <a:ext cx="1638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SCREEN LOACTION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11182350" y="295275"/>
            <a:ext cx="9810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SCREEN ID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15306675" y="295275"/>
            <a:ext cx="504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DATE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1571625" y="3609975"/>
            <a:ext cx="2952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63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Roboto Medium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2 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15668625" y="723900"/>
            <a:ext cx="10096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Description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14287500" y="1143000"/>
            <a:ext cx="3905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1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14697075" y="1181100"/>
            <a:ext cx="838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계정설정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15630525" y="1181100"/>
            <a:ext cx="2400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42875" lvl="0" marL="142875" marR="0" rtl="0" algn="l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Char char="•"/>
            </a:pPr>
            <a:r>
              <a:rPr b="0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계정설정을 변경합니다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14287500" y="1571625"/>
            <a:ext cx="3905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2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14697075" y="1609725"/>
            <a:ext cx="838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선호도 설정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15592425" y="1609725"/>
            <a:ext cx="25050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42875" lvl="0" marL="142875" marR="0" rtl="0" algn="l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Char char="•"/>
            </a:pPr>
            <a:r>
              <a:rPr b="0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추천 우선순위를 변경하는 창으로 전환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14287500" y="2066925"/>
            <a:ext cx="3905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3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14658975" y="200025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새 핫플레이스</a:t>
            </a:r>
            <a:b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등록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15630525" y="2085975"/>
            <a:ext cx="2400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42875" lvl="0" marL="142875" marR="0" rtl="0" algn="l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Char char="•"/>
            </a:pPr>
            <a:r>
              <a:rPr b="0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핫플레이스 등록창으로 전환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10648950" y="2486025"/>
            <a:ext cx="2952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63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Roboto Medium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3 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1571625" y="3114675"/>
            <a:ext cx="2952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63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Roboto Medium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1 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4" name="Google Shape;14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975" y="200025"/>
            <a:ext cx="17897475" cy="9877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5" name="Google Shape;14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594" y="200025"/>
            <a:ext cx="178974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6" name="Google Shape;14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5350" y="1371600"/>
            <a:ext cx="12106275" cy="802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7" name="Google Shape;147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173200" y="619125"/>
            <a:ext cx="3905250" cy="1381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8" name="Google Shape;148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81425" y="2381250"/>
            <a:ext cx="3238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9" name="Google Shape;149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677650" y="3990975"/>
            <a:ext cx="32385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5"/>
          <p:cNvSpPr/>
          <p:nvPr/>
        </p:nvSpPr>
        <p:spPr>
          <a:xfrm>
            <a:off x="476250" y="295275"/>
            <a:ext cx="13049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SCREEN NAME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2264569" y="314325"/>
            <a:ext cx="21526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공지사항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4686300" y="295275"/>
            <a:ext cx="1638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SCREEN LOACTION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11182350" y="295275"/>
            <a:ext cx="9810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SCREEN ID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15306675" y="295275"/>
            <a:ext cx="504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DATE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15621000" y="714375"/>
            <a:ext cx="10096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Description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14192250" y="1133475"/>
            <a:ext cx="3905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1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14601825" y="1171575"/>
            <a:ext cx="838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공지사항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15535275" y="1171575"/>
            <a:ext cx="24955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42875" lvl="0" marL="142875" marR="0" rtl="0" algn="l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Char char="•"/>
            </a:pPr>
            <a:r>
              <a:rPr b="0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전체 공지사항을 확인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14192250" y="1609725"/>
            <a:ext cx="3905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2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14601825" y="1562100"/>
            <a:ext cx="838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최신 공지 </a:t>
            </a:r>
            <a:b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표시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15535275" y="1647825"/>
            <a:ext cx="24955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42875" lvl="0" marL="142875" marR="0" rtl="0" algn="l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Char char="•"/>
            </a:pPr>
            <a:r>
              <a:rPr b="0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최근, 특정 기간안에 고지된 공지 표시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3800475" y="2476500"/>
            <a:ext cx="2952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63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Roboto Medium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1 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11696700" y="4086225"/>
            <a:ext cx="2952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63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Roboto Medium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2 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9" name="Google Shape;16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975" y="200025"/>
            <a:ext cx="17897475" cy="9877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0" name="Google Shape;17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594" y="200025"/>
            <a:ext cx="178974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1" name="Google Shape;17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5350" y="1371600"/>
            <a:ext cx="12725400" cy="795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2" name="Google Shape;17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268450" y="619125"/>
            <a:ext cx="3810000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3" name="Google Shape;17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371725" y="2343150"/>
            <a:ext cx="3238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4" name="Google Shape;174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34350" y="3143250"/>
            <a:ext cx="3238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5" name="Google Shape;175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76625" y="4505325"/>
            <a:ext cx="32385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6"/>
          <p:cNvSpPr/>
          <p:nvPr/>
        </p:nvSpPr>
        <p:spPr>
          <a:xfrm>
            <a:off x="476250" y="295275"/>
            <a:ext cx="13049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SCREEN NAME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2264569" y="314325"/>
            <a:ext cx="21526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핫플레이스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4686300" y="295275"/>
            <a:ext cx="1638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SCREEN LOACTION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11182350" y="295275"/>
            <a:ext cx="9810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SCREEN ID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15306675" y="295275"/>
            <a:ext cx="504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DATE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15668625" y="714375"/>
            <a:ext cx="10096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Description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14287500" y="1181100"/>
            <a:ext cx="3905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1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14697075" y="1133475"/>
            <a:ext cx="838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핫 플레이스 목록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15630525" y="1219200"/>
            <a:ext cx="2400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42875" lvl="0" marL="142875" marR="0" rtl="0" algn="l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Char char="•"/>
            </a:pPr>
            <a:r>
              <a:rPr b="0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목록 보기 창으로 전환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14287500" y="1704975"/>
            <a:ext cx="3905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2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14678025" y="1657350"/>
            <a:ext cx="8858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소요시간으로</a:t>
            </a:r>
            <a:b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검색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15630525" y="1743075"/>
            <a:ext cx="2400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42875" lvl="0" marL="142875" marR="0" rtl="0" algn="l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Char char="•"/>
            </a:pPr>
            <a:r>
              <a:rPr b="0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소요시간으로 필터링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14287500" y="2247900"/>
            <a:ext cx="3905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3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14697075" y="2181225"/>
            <a:ext cx="838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핫플레이스 목록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15630525" y="2266950"/>
            <a:ext cx="2400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42875" lvl="0" marL="142875" marR="0" rtl="0" algn="l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Char char="•"/>
            </a:pPr>
            <a:r>
              <a:rPr b="0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추천 순위대로 카드를 정렬해 표시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2390775" y="2438400"/>
            <a:ext cx="2952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63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Roboto Medium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1 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8153400" y="3238500"/>
            <a:ext cx="2952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63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Roboto Medium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2 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3495675" y="4600575"/>
            <a:ext cx="2952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63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Roboto Medium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3 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9" name="Google Shape;19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975" y="200025"/>
            <a:ext cx="17897475" cy="9877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0" name="Google Shape;20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594" y="200025"/>
            <a:ext cx="178974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1" name="Google Shape;20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5350" y="1371600"/>
            <a:ext cx="12725400" cy="795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2" name="Google Shape;20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268450" y="628650"/>
            <a:ext cx="3810000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3" name="Google Shape;203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47875" y="2981325"/>
            <a:ext cx="3238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4" name="Google Shape;204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52825" y="2381250"/>
            <a:ext cx="3238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5" name="Google Shape;205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839325" y="6210300"/>
            <a:ext cx="3238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6" name="Google Shape;206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77400" y="4371975"/>
            <a:ext cx="3238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7" name="Google Shape;207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839325" y="6791325"/>
            <a:ext cx="32385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7"/>
          <p:cNvSpPr/>
          <p:nvPr/>
        </p:nvSpPr>
        <p:spPr>
          <a:xfrm>
            <a:off x="476250" y="295275"/>
            <a:ext cx="13049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SCREEN NAME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2264569" y="314325"/>
            <a:ext cx="21526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지도에서 탐색하기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4686300" y="295275"/>
            <a:ext cx="1638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SCREEN LOACTION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11182350" y="295275"/>
            <a:ext cx="9810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SCREEN ID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15306675" y="295275"/>
            <a:ext cx="504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DATE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15668625" y="723900"/>
            <a:ext cx="10096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Description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14287500" y="1190625"/>
            <a:ext cx="3905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1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14697075" y="1143000"/>
            <a:ext cx="838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지도로 핫플레이스 확인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15630525" y="1228725"/>
            <a:ext cx="2400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42875" lvl="0" marL="142875" marR="0" rtl="0" algn="l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Char char="•"/>
            </a:pPr>
            <a:r>
              <a:rPr b="0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지도로 확인 가능한 창으로 전환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14287500" y="1666875"/>
            <a:ext cx="3905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2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14697075" y="1704975"/>
            <a:ext cx="838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장소 필터링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15630525" y="1704975"/>
            <a:ext cx="2400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42875" lvl="0" marL="142875" marR="0" rtl="0" algn="l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Char char="•"/>
            </a:pPr>
            <a:r>
              <a:rPr b="0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기호에 맞춰 장소 필터링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14287500" y="2095500"/>
            <a:ext cx="3905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3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14697075" y="2114550"/>
            <a:ext cx="838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AI 요약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15630525" y="2114550"/>
            <a:ext cx="2400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42875" lvl="0" marL="142875" marR="0" rtl="0" algn="l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Char char="•"/>
            </a:pPr>
            <a:r>
              <a:rPr b="0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AI가 장소를 추천하는 이유를 표시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14287500" y="2486025"/>
            <a:ext cx="3905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4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14697075" y="2505075"/>
            <a:ext cx="838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안내 시작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15630525" y="2505075"/>
            <a:ext cx="2400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42875" lvl="0" marL="142875" marR="0" rtl="0" algn="l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Char char="•"/>
            </a:pPr>
            <a:r>
              <a:rPr b="0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안내 시작 페이지로 전환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14287500" y="2876550"/>
            <a:ext cx="3905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5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14697075" y="2895600"/>
            <a:ext cx="838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상세 페이지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15630525" y="2895600"/>
            <a:ext cx="2400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42875" lvl="0" marL="142875" marR="0" rtl="0" algn="l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Char char="•"/>
            </a:pPr>
            <a:r>
              <a:rPr b="0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상세 페이지로 전환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2066925" y="3076575"/>
            <a:ext cx="2952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63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Roboto Medium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1 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3571875" y="2476500"/>
            <a:ext cx="2952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63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Roboto Medium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2 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9858375" y="6305550"/>
            <a:ext cx="2952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63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Roboto Medium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4 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9696450" y="4467225"/>
            <a:ext cx="2952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63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Roboto Medium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3 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9858375" y="6886575"/>
            <a:ext cx="2952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63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Roboto Medium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5 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9" name="Google Shape;23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975" y="200025"/>
            <a:ext cx="17897475" cy="9877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0" name="Google Shape;24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594" y="200025"/>
            <a:ext cx="178974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1" name="Google Shape;24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5350" y="1371600"/>
            <a:ext cx="6915150" cy="838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2" name="Google Shape;242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135100" y="628650"/>
            <a:ext cx="3943350" cy="3381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3" name="Google Shape;243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1550" y="4543425"/>
            <a:ext cx="3238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4" name="Google Shape;244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9650" y="5981700"/>
            <a:ext cx="3238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5" name="Google Shape;245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1550" y="7953375"/>
            <a:ext cx="3238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6" name="Google Shape;246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43525" y="8124825"/>
            <a:ext cx="3238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7" name="Google Shape;247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43525" y="4972050"/>
            <a:ext cx="3238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8" name="Google Shape;248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81625" y="5981700"/>
            <a:ext cx="32385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8"/>
          <p:cNvSpPr/>
          <p:nvPr/>
        </p:nvSpPr>
        <p:spPr>
          <a:xfrm>
            <a:off x="476250" y="295275"/>
            <a:ext cx="13049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SCREEN NAME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2264569" y="314325"/>
            <a:ext cx="21526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디테일 페이지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4686300" y="295275"/>
            <a:ext cx="1638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SCREEN LOACTION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11182350" y="295275"/>
            <a:ext cx="9810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SCREEN ID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15306675" y="295275"/>
            <a:ext cx="504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DATE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15601950" y="723900"/>
            <a:ext cx="10096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Description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14154150" y="1190625"/>
            <a:ext cx="3905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1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14563725" y="1143000"/>
            <a:ext cx="838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핵심 정보 요약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15497175" y="1228725"/>
            <a:ext cx="25336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42875" lvl="0" marL="142875" marR="0" rtl="0" algn="l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Char char="•"/>
            </a:pPr>
            <a:r>
              <a:rPr b="0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주요 정보를 요약해 표시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14154150" y="1666875"/>
            <a:ext cx="3905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2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14563725" y="1704975"/>
            <a:ext cx="838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AI추천 이유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15497175" y="1704975"/>
            <a:ext cx="25336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42875" lvl="0" marL="142875" marR="0" rtl="0" algn="l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Char char="•"/>
            </a:pPr>
            <a:r>
              <a:rPr b="0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AI의 추천 이유 표시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14154150" y="2095500"/>
            <a:ext cx="3905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2-1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14563725" y="2133600"/>
            <a:ext cx="838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유저 리뷰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15497175" y="2133600"/>
            <a:ext cx="25336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42875" lvl="0" marL="142875" marR="0" rtl="0" algn="l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Char char="•"/>
            </a:pPr>
            <a:r>
              <a:rPr b="0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사용자들의 전체 리뷰, 평점 통계 표시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14154150" y="2571750"/>
            <a:ext cx="3905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3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14563725" y="2524125"/>
            <a:ext cx="838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차량 이동시간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15497175" y="2609850"/>
            <a:ext cx="25336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42875" lvl="0" marL="142875" marR="0" rtl="0" algn="l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Char char="•"/>
            </a:pPr>
            <a:r>
              <a:rPr b="0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차량 이용시 소모시간, 혼잡도 표시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14154150" y="3095625"/>
            <a:ext cx="3905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3-1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14563725" y="3048000"/>
            <a:ext cx="838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대중교통 이동시간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15497175" y="3133725"/>
            <a:ext cx="25336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42875" lvl="0" marL="142875" marR="0" rtl="0" algn="l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Char char="•"/>
            </a:pPr>
            <a:r>
              <a:rPr b="0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대중교통 이용 시 소모시간 표시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14154150" y="3619500"/>
            <a:ext cx="3905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4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14563725" y="3571875"/>
            <a:ext cx="838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계획에 추가하기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15497175" y="3657600"/>
            <a:ext cx="25336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42875" lvl="0" marL="142875" marR="0" rtl="0" algn="l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Char char="•"/>
            </a:pPr>
            <a:r>
              <a:rPr b="0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계획을 바로 시작하는 창으로 전환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990600" y="4638675"/>
            <a:ext cx="2952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63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Roboto Medium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1 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1028700" y="6076950"/>
            <a:ext cx="2952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63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Roboto Medium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2 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990600" y="8048625"/>
            <a:ext cx="2952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63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Roboto Medium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3 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5362575" y="8220075"/>
            <a:ext cx="2952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63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Roboto Medium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6 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5362575" y="5067300"/>
            <a:ext cx="2952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63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Roboto Medium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4 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5400675" y="6076950"/>
            <a:ext cx="2952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63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Roboto Medium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5 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4" name="Google Shape;28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975" y="200025"/>
            <a:ext cx="17897475" cy="9877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5" name="Google Shape;28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594" y="200025"/>
            <a:ext cx="178974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6" name="Google Shape;286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5350" y="1162050"/>
            <a:ext cx="12858750" cy="803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7" name="Google Shape;287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268450" y="619125"/>
            <a:ext cx="3810000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8" name="Google Shape;288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744200" y="1333500"/>
            <a:ext cx="3238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9" name="Google Shape;289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81575" y="2076450"/>
            <a:ext cx="3238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0" name="Google Shape;290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3425" y="3400425"/>
            <a:ext cx="32385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9"/>
          <p:cNvSpPr/>
          <p:nvPr/>
        </p:nvSpPr>
        <p:spPr>
          <a:xfrm>
            <a:off x="476250" y="295275"/>
            <a:ext cx="13049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SCREEN NAME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2264569" y="314325"/>
            <a:ext cx="21526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상세 경로 안내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4686300" y="295275"/>
            <a:ext cx="1638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SCREEN LOACTION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11182350" y="295275"/>
            <a:ext cx="9810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SCREEN ID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15306675" y="295275"/>
            <a:ext cx="504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DATE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15668625" y="714375"/>
            <a:ext cx="10096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Description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14287500" y="1133475"/>
            <a:ext cx="3905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1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14697075" y="1171575"/>
            <a:ext cx="838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목적지 안내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15630525" y="1171575"/>
            <a:ext cx="2400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42875" lvl="0" marL="142875" marR="0" rtl="0" algn="l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Char char="•"/>
            </a:pPr>
            <a:r>
              <a:rPr b="0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현재 선택 목적지까지 경로 안내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14287500" y="1609725"/>
            <a:ext cx="3905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2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14697075" y="1562100"/>
            <a:ext cx="838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다른 목적지로 변경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15630525" y="1647825"/>
            <a:ext cx="2400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42875" lvl="0" marL="142875" marR="0" rtl="0" algn="l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Char char="•"/>
            </a:pPr>
            <a:r>
              <a:rPr b="0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목적지 변경 가능 안내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14287500" y="2085975"/>
            <a:ext cx="3905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3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14697075" y="2105025"/>
            <a:ext cx="838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안내 시작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15630525" y="2105025"/>
            <a:ext cx="2400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42875" lvl="0" marL="142875" marR="0" rtl="0" algn="l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Char char="•"/>
            </a:pPr>
            <a:r>
              <a:rPr b="0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안내 시작 확인 버튼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10763250" y="1428750"/>
            <a:ext cx="2952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63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Roboto Medium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3 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5000625" y="2171700"/>
            <a:ext cx="2952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63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Roboto Medium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2 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752475" y="3495675"/>
            <a:ext cx="2952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63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Roboto Medium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1 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4" name="Google Shape;31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975" y="200025"/>
            <a:ext cx="17897475" cy="9877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5" name="Google Shape;31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594" y="200025"/>
            <a:ext cx="178974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6" name="Google Shape;316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1047750"/>
            <a:ext cx="12954000" cy="809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7" name="Google Shape;317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63300" y="4591050"/>
            <a:ext cx="3238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8" name="Google Shape;318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268450" y="628650"/>
            <a:ext cx="3810000" cy="1476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9" name="Google Shape;319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76575" y="2266950"/>
            <a:ext cx="32385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0"/>
          <p:cNvSpPr/>
          <p:nvPr/>
        </p:nvSpPr>
        <p:spPr>
          <a:xfrm>
            <a:off x="428625" y="295275"/>
            <a:ext cx="7429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화면 이름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2245519" y="314325"/>
            <a:ext cx="1524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마이페이지-여행기록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4800600" y="295275"/>
            <a:ext cx="7429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화면 위치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11382375" y="295275"/>
            <a:ext cx="5905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화면 ID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15287625" y="295275"/>
            <a:ext cx="5429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작성일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11182350" y="4686300"/>
            <a:ext cx="2952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63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Roboto Medium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2 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15668625" y="723900"/>
            <a:ext cx="10096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Description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14287500" y="1190625"/>
            <a:ext cx="3905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1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14697075" y="1143000"/>
            <a:ext cx="838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여행 기록 </a:t>
            </a:r>
            <a:b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대시보드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15630525" y="1228725"/>
            <a:ext cx="2400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42875" lvl="0" marL="142875" marR="0" rtl="0" algn="l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Char char="•"/>
            </a:pPr>
            <a:r>
              <a:rPr b="0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여행 기록 대시보드 화면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14287500" y="1714500"/>
            <a:ext cx="3905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2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0"/>
          <p:cNvSpPr/>
          <p:nvPr/>
        </p:nvSpPr>
        <p:spPr>
          <a:xfrm>
            <a:off x="14697075" y="1666875"/>
            <a:ext cx="838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현재 여행 </a:t>
            </a:r>
            <a:b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경로 확인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15630525" y="1752600"/>
            <a:ext cx="2400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42875" lvl="0" marL="142875" marR="0" rtl="0" algn="l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Char char="•"/>
            </a:pPr>
            <a:r>
              <a:rPr b="0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현재 여행 상태 확인 버튼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3095625" y="2362200"/>
            <a:ext cx="2952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63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Roboto Medium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1 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39" name="Google Shape;33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975" y="200025"/>
            <a:ext cx="17897475" cy="9877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0" name="Google Shape;34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594" y="200025"/>
            <a:ext cx="178974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1" name="Google Shape;341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43200" y="962025"/>
            <a:ext cx="5962650" cy="8858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2" name="Google Shape;342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887450" y="628650"/>
            <a:ext cx="4191000" cy="3305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3" name="Google Shape;343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43200" y="2095500"/>
            <a:ext cx="3238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4" name="Google Shape;344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43200" y="7086600"/>
            <a:ext cx="3238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5" name="Google Shape;345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34150" y="5648325"/>
            <a:ext cx="3238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6" name="Google Shape;346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43200" y="3914775"/>
            <a:ext cx="3238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7" name="Google Shape;347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34150" y="6915150"/>
            <a:ext cx="3238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8" name="Google Shape;348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34150" y="8601075"/>
            <a:ext cx="32385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1"/>
          <p:cNvSpPr/>
          <p:nvPr/>
        </p:nvSpPr>
        <p:spPr>
          <a:xfrm>
            <a:off x="428625" y="295275"/>
            <a:ext cx="7429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화면 이름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1"/>
          <p:cNvSpPr/>
          <p:nvPr/>
        </p:nvSpPr>
        <p:spPr>
          <a:xfrm>
            <a:off x="2412206" y="314325"/>
            <a:ext cx="12287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핫플레이스 등록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4800600" y="295275"/>
            <a:ext cx="7429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화면 위치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1"/>
          <p:cNvSpPr/>
          <p:nvPr/>
        </p:nvSpPr>
        <p:spPr>
          <a:xfrm>
            <a:off x="11382375" y="295275"/>
            <a:ext cx="5905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화면 ID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15287625" y="295275"/>
            <a:ext cx="5429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작성일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1"/>
          <p:cNvSpPr/>
          <p:nvPr/>
        </p:nvSpPr>
        <p:spPr>
          <a:xfrm>
            <a:off x="15478125" y="723900"/>
            <a:ext cx="10096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Description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1"/>
          <p:cNvSpPr/>
          <p:nvPr/>
        </p:nvSpPr>
        <p:spPr>
          <a:xfrm>
            <a:off x="13906500" y="1190625"/>
            <a:ext cx="3905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1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1"/>
          <p:cNvSpPr/>
          <p:nvPr/>
        </p:nvSpPr>
        <p:spPr>
          <a:xfrm>
            <a:off x="14316075" y="1143000"/>
            <a:ext cx="838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기본정보</a:t>
            </a:r>
            <a:b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작성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15249525" y="1228725"/>
            <a:ext cx="2781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42875" lvl="0" marL="142875" marR="0" rtl="0" algn="l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Char char="•"/>
            </a:pPr>
            <a:r>
              <a:rPr b="0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핫플레이스 기본정보 작성(이름, 분류, 태그)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1"/>
          <p:cNvSpPr/>
          <p:nvPr/>
        </p:nvSpPr>
        <p:spPr>
          <a:xfrm>
            <a:off x="13906500" y="1714500"/>
            <a:ext cx="3905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2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1"/>
          <p:cNvSpPr/>
          <p:nvPr/>
        </p:nvSpPr>
        <p:spPr>
          <a:xfrm>
            <a:off x="14316075" y="1666875"/>
            <a:ext cx="838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위치정보</a:t>
            </a:r>
            <a:b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작성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1"/>
          <p:cNvSpPr/>
          <p:nvPr/>
        </p:nvSpPr>
        <p:spPr>
          <a:xfrm>
            <a:off x="15249525" y="1752600"/>
            <a:ext cx="2781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42875" lvl="0" marL="142875" marR="0" rtl="0" algn="l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Char char="•"/>
            </a:pPr>
            <a:r>
              <a:rPr b="0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주소입력 또는 지도에서 선택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1"/>
          <p:cNvSpPr/>
          <p:nvPr/>
        </p:nvSpPr>
        <p:spPr>
          <a:xfrm>
            <a:off x="13906500" y="2257425"/>
            <a:ext cx="3905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3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1"/>
          <p:cNvSpPr/>
          <p:nvPr/>
        </p:nvSpPr>
        <p:spPr>
          <a:xfrm>
            <a:off x="14316075" y="2190750"/>
            <a:ext cx="838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상세정보</a:t>
            </a:r>
            <a:b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작성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1"/>
          <p:cNvSpPr/>
          <p:nvPr/>
        </p:nvSpPr>
        <p:spPr>
          <a:xfrm>
            <a:off x="15249525" y="2276475"/>
            <a:ext cx="2781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42875" lvl="0" marL="142875" marR="0" rtl="0" algn="l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Char char="•"/>
            </a:pPr>
            <a:r>
              <a:rPr b="0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추천 이유 작성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1"/>
          <p:cNvSpPr/>
          <p:nvPr/>
        </p:nvSpPr>
        <p:spPr>
          <a:xfrm>
            <a:off x="13906500" y="2781300"/>
            <a:ext cx="3905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4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1"/>
          <p:cNvSpPr/>
          <p:nvPr/>
        </p:nvSpPr>
        <p:spPr>
          <a:xfrm>
            <a:off x="14316075" y="2714625"/>
            <a:ext cx="838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현재 작성 상황 안내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15249525" y="2800350"/>
            <a:ext cx="2781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42875" lvl="0" marL="142875" marR="0" rtl="0" algn="l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Char char="•"/>
            </a:pPr>
            <a:r>
              <a:rPr b="0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등록 내용 진행상황 표시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1"/>
          <p:cNvSpPr/>
          <p:nvPr/>
        </p:nvSpPr>
        <p:spPr>
          <a:xfrm>
            <a:off x="13906500" y="3238500"/>
            <a:ext cx="3905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5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1"/>
          <p:cNvSpPr/>
          <p:nvPr/>
        </p:nvSpPr>
        <p:spPr>
          <a:xfrm>
            <a:off x="14316075" y="3257550"/>
            <a:ext cx="838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사진 등록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1"/>
          <p:cNvSpPr/>
          <p:nvPr/>
        </p:nvSpPr>
        <p:spPr>
          <a:xfrm>
            <a:off x="15249525" y="3257550"/>
            <a:ext cx="2781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42875" lvl="0" marL="142875" marR="0" rtl="0" algn="l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Char char="•"/>
            </a:pPr>
            <a:r>
              <a:rPr b="0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핫플레이스 사진 등록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1"/>
          <p:cNvSpPr/>
          <p:nvPr/>
        </p:nvSpPr>
        <p:spPr>
          <a:xfrm>
            <a:off x="13906500" y="3629025"/>
            <a:ext cx="3905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6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1"/>
          <p:cNvSpPr/>
          <p:nvPr/>
        </p:nvSpPr>
        <p:spPr>
          <a:xfrm>
            <a:off x="14316075" y="3648075"/>
            <a:ext cx="838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등록 신청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1"/>
          <p:cNvSpPr/>
          <p:nvPr/>
        </p:nvSpPr>
        <p:spPr>
          <a:xfrm>
            <a:off x="15249525" y="3648075"/>
            <a:ext cx="2781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42875" lvl="0" marL="142875" marR="0" rtl="0" algn="l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Char char="•"/>
            </a:pPr>
            <a:r>
              <a:rPr b="0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등록 접수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1"/>
          <p:cNvSpPr/>
          <p:nvPr/>
        </p:nvSpPr>
        <p:spPr>
          <a:xfrm>
            <a:off x="2762250" y="2190750"/>
            <a:ext cx="2952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63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Roboto Medium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1 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1"/>
          <p:cNvSpPr/>
          <p:nvPr/>
        </p:nvSpPr>
        <p:spPr>
          <a:xfrm>
            <a:off x="2762250" y="7181850"/>
            <a:ext cx="2952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63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Roboto Medium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3 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1"/>
          <p:cNvSpPr/>
          <p:nvPr/>
        </p:nvSpPr>
        <p:spPr>
          <a:xfrm>
            <a:off x="6553200" y="5743575"/>
            <a:ext cx="2952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63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Roboto Medium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4 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1"/>
          <p:cNvSpPr/>
          <p:nvPr/>
        </p:nvSpPr>
        <p:spPr>
          <a:xfrm>
            <a:off x="2762250" y="4010025"/>
            <a:ext cx="2952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63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Roboto Medium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2 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1"/>
          <p:cNvSpPr/>
          <p:nvPr/>
        </p:nvSpPr>
        <p:spPr>
          <a:xfrm>
            <a:off x="6553200" y="7010400"/>
            <a:ext cx="2952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63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Roboto Medium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5 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1"/>
          <p:cNvSpPr/>
          <p:nvPr/>
        </p:nvSpPr>
        <p:spPr>
          <a:xfrm>
            <a:off x="6553200" y="8696325"/>
            <a:ext cx="2952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63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Roboto Medium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6 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84" name="Google Shape;38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975" y="200025"/>
            <a:ext cx="17897475" cy="9877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5" name="Google Shape;38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594" y="200025"/>
            <a:ext cx="178974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6" name="Google Shape;386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5350" y="1371600"/>
            <a:ext cx="11210925" cy="8362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7" name="Google Shape;387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268450" y="628650"/>
            <a:ext cx="3810000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8" name="Google Shape;388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05450" y="3371850"/>
            <a:ext cx="3238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9" name="Google Shape;389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05450" y="6048375"/>
            <a:ext cx="3238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0" name="Google Shape;390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05450" y="8858250"/>
            <a:ext cx="32385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12"/>
          <p:cNvSpPr/>
          <p:nvPr/>
        </p:nvSpPr>
        <p:spPr>
          <a:xfrm>
            <a:off x="476250" y="295275"/>
            <a:ext cx="13049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SCREEN NAME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2"/>
          <p:cNvSpPr/>
          <p:nvPr/>
        </p:nvSpPr>
        <p:spPr>
          <a:xfrm>
            <a:off x="2264569" y="314325"/>
            <a:ext cx="21526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에러 핸들링 창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2"/>
          <p:cNvSpPr/>
          <p:nvPr/>
        </p:nvSpPr>
        <p:spPr>
          <a:xfrm>
            <a:off x="4686300" y="295275"/>
            <a:ext cx="1638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SCREEN LOACTION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2"/>
          <p:cNvSpPr/>
          <p:nvPr/>
        </p:nvSpPr>
        <p:spPr>
          <a:xfrm>
            <a:off x="11182350" y="295275"/>
            <a:ext cx="9810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SCREEN ID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2"/>
          <p:cNvSpPr/>
          <p:nvPr/>
        </p:nvSpPr>
        <p:spPr>
          <a:xfrm>
            <a:off x="15306675" y="295275"/>
            <a:ext cx="504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DATE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2"/>
          <p:cNvSpPr/>
          <p:nvPr/>
        </p:nvSpPr>
        <p:spPr>
          <a:xfrm>
            <a:off x="15668625" y="723900"/>
            <a:ext cx="10096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Description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2"/>
          <p:cNvSpPr/>
          <p:nvPr/>
        </p:nvSpPr>
        <p:spPr>
          <a:xfrm>
            <a:off x="14287500" y="1143000"/>
            <a:ext cx="3905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1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2"/>
          <p:cNvSpPr/>
          <p:nvPr/>
        </p:nvSpPr>
        <p:spPr>
          <a:xfrm>
            <a:off x="14697075" y="1181100"/>
            <a:ext cx="838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검색어 수정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2"/>
          <p:cNvSpPr/>
          <p:nvPr/>
        </p:nvSpPr>
        <p:spPr>
          <a:xfrm>
            <a:off x="15630525" y="1181100"/>
            <a:ext cx="2400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42875" lvl="0" marL="142875" marR="0" rtl="0" algn="l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Char char="•"/>
            </a:pPr>
            <a:r>
              <a:rPr b="0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검색 페이지로 리다이렉트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2"/>
          <p:cNvSpPr/>
          <p:nvPr/>
        </p:nvSpPr>
        <p:spPr>
          <a:xfrm>
            <a:off x="14287500" y="1619250"/>
            <a:ext cx="3905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2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2"/>
          <p:cNvSpPr/>
          <p:nvPr/>
        </p:nvSpPr>
        <p:spPr>
          <a:xfrm>
            <a:off x="14697075" y="1571625"/>
            <a:ext cx="838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여행 계획 </a:t>
            </a:r>
            <a:b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생성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2"/>
          <p:cNvSpPr/>
          <p:nvPr/>
        </p:nvSpPr>
        <p:spPr>
          <a:xfrm>
            <a:off x="15630525" y="1657350"/>
            <a:ext cx="2400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42875" lvl="0" marL="142875" marR="0" rtl="0" algn="l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Char char="•"/>
            </a:pPr>
            <a:r>
              <a:rPr b="0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새로운 여행 계획 생성 버튼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2"/>
          <p:cNvSpPr/>
          <p:nvPr/>
        </p:nvSpPr>
        <p:spPr>
          <a:xfrm>
            <a:off x="14287500" y="2095500"/>
            <a:ext cx="3905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85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50"/>
              <a:buFont typeface="Noto Sans KR"/>
              <a:buNone/>
            </a:pPr>
            <a:r>
              <a:rPr b="0" i="0" lang="en-US" sz="1350" u="none" cap="none" strike="noStrike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3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2"/>
          <p:cNvSpPr/>
          <p:nvPr/>
        </p:nvSpPr>
        <p:spPr>
          <a:xfrm>
            <a:off x="14697075" y="2114550"/>
            <a:ext cx="838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서버 재시도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2"/>
          <p:cNvSpPr/>
          <p:nvPr/>
        </p:nvSpPr>
        <p:spPr>
          <a:xfrm>
            <a:off x="15630525" y="2114550"/>
            <a:ext cx="2400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42875" lvl="0" marL="142875" marR="0" rtl="0" algn="l">
              <a:lnSpc>
                <a:spcPct val="102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Noto Sans KR"/>
              <a:buChar char="•"/>
            </a:pPr>
            <a:r>
              <a:rPr b="0" i="0" lang="en-US" sz="1125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서버 재시도 버튼 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2"/>
          <p:cNvSpPr/>
          <p:nvPr/>
        </p:nvSpPr>
        <p:spPr>
          <a:xfrm>
            <a:off x="5524500" y="3467100"/>
            <a:ext cx="2952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63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Roboto Medium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1 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5524500" y="6143625"/>
            <a:ext cx="2952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63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Roboto Medium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2 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2"/>
          <p:cNvSpPr/>
          <p:nvPr/>
        </p:nvSpPr>
        <p:spPr>
          <a:xfrm>
            <a:off x="5524500" y="8953500"/>
            <a:ext cx="2952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63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Roboto Medium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3 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a7a8299f42_0_0"/>
          <p:cNvSpPr txBox="1"/>
          <p:nvPr/>
        </p:nvSpPr>
        <p:spPr>
          <a:xfrm>
            <a:off x="698625" y="499050"/>
            <a:ext cx="1294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사용자 워크플로우</a:t>
            </a:r>
            <a:endParaRPr sz="3000"/>
          </a:p>
        </p:txBody>
      </p:sp>
      <p:pic>
        <p:nvPicPr>
          <p:cNvPr id="415" name="Google Shape;415;g3a7a8299f42_0_0" title="55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5700" y="1145550"/>
            <a:ext cx="11316600" cy="887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2025-11-21T01:52:50Z</dcterms:created>
  <dc:creator>PptxGenJS</dc:creator>
</cp:coreProperties>
</file>